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순서는 모든 팀 공통: ① 문제·목표 ② FR별 진행 현황 ③ 시연·증빙 ④ 6주차 Action Plan 결과 ⑤ 팀원별 기여 ⑥ 위험·8주차 계획. 전체 5~7분.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측정 가능한 문장으로. 7주차 목표를 달성하지 못했다면 그대로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팀 추적 시트 4_WBS진척의 자동 계산값을 그대로 씁니다. 증빙 URL이 없는 항목은 0%로 계산되었는지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전 1회 재실행. 정상 조건과 오류 조건을 하나씩 보여 주면 검증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캡스톤디자인(2) · 7주차 중간점검 발표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 |  [팀원: 이름(역할), 이름(역할), …]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[발표일 YYYY-MM-DD]  ·  발표 5~7분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 안의 안내 문구는 모두 지우고 우리 팀 내용으로 바꿉니다. 슬라이드 순서(①~⑥)는 바꾸지 않습니다.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해결하려는 문제와 프로젝트 목표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40초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[사용자 문제] 누가, 어떤 상황에서, 무엇이 불편한가 — 한 문장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874520"/>
            <a:ext cx="4114800" cy="146304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[최종 결과물] 15주차에 시연할 기능 범위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74520"/>
            <a:ext cx="4114800" cy="146304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[7주차 목표와 달성 여부] 예: FR-02 오류 조건 TC 3건 통과 → 2건 통과(미달)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474720"/>
            <a:ext cx="8412480" cy="118872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[시스템 구성도 또는 화면 1장] (선택)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요구사항(FR)별 진행 현황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1분 30초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914400"/>
                <a:gridCol w="1737360"/>
                <a:gridCol w="109728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FR ID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요구사항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시험 결과(TC)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증빙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[FR-01]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[요구사항]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[이름]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[TC-01 5/5 통과]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[검증완료]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[슬라이드 ③ / URL]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063240"/>
            <a:ext cx="8412480" cy="1554480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1546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 진척률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 ] 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완료율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 ] %   (검증완료 [ ] / 전체 [ ] WBS)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대비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±  %p ] — 원인: [사실 기반으로 한 줄]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또는 대체 증빙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1분 30초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914400"/>
            <a:ext cx="5120640" cy="365760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[시연 화면 캡처 또는 영상 링크]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실패에 대비해 반드시 캡처/영상을 함께 준비합니다.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914400"/>
            <a:ext cx="3108960" cy="237744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[시연 시나리오]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정상 입력: 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오류 입력: 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3) 기대 결과 vs 실제 결과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429000"/>
            <a:ext cx="3108960" cy="114300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[증빙 링크]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커밋/PR, 시험 로그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6주차 Action Plan 이행 결과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1005840"/>
                <a:gridCol w="13716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Action ID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조치 내용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 / 미이행 사유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[A-01]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[조치 내용]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[이름]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[완료/부분/미이행]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[증빙 URL 또는 사유]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3520440"/>
            <a:ext cx="8412480" cy="105156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[배운 점 한 줄] 계획대로 되지 않은 이유와 이번 주에 바꾼 방식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팀원별 기여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3566160"/>
                <a:gridCol w="155448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 WBS/FR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이번 주 수행 내용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증빙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시간(h)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[이름]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[WBS-03 / FR-01]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[구체적 수행 내용]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[커밋 URL]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 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팀원이 자기 행을 직접 설명합니다. (팀 추적 시트 8_팀원기여와 일치)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위험과 8주차까지 계획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731520"/>
                <a:gridCol w="256032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ID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담당·기한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[R-01]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[위험 내용]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 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[대응 방안]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[이름 / 날짜]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28016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우선순위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 기준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[작업]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[이름]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[확인 방법]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28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 · 부록(증빙 링크 모음)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[팀명] · 캡스톤디자인(2) 7주차 중간점검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solidFill>
            <a:srgbClr val="FAFBFD"/>
          </a:solidFill>
          <a:ln w="9525">
            <a:solidFill>
              <a:srgbClr val="BFC9D9"/>
            </a:solidFill>
            <a:prstDash val="dash"/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[저장소 URL]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 진행현황 보고서 URL]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[팀 추적 시트 URL]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[시연 영상 URL]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모든 링크는 “링크가 있는 모든 사용자 보기”로 공유했는지 확인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 중간점검 발표 양식</dc:title>
  <dc:subject>PptxGenJS Presentation</dc:subject>
  <dc:creator>PptxGenJS</dc:creator>
  <cp:lastModifiedBy>PptxGenJS</cp:lastModifiedBy>
  <cp:revision>1</cp:revision>
  <dcterms:created xsi:type="dcterms:W3CDTF">2026-10-22T02:01:22Z</dcterms:created>
  <dcterms:modified xsi:type="dcterms:W3CDTF">2026-10-22T02:01:22Z</dcterms:modified>
</cp:coreProperties>
</file>